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6" r:id="rId4"/>
    <p:sldId id="257" r:id="rId5"/>
    <p:sldId id="258" r:id="rId6"/>
    <p:sldId id="259" r:id="rId7"/>
    <p:sldId id="262" r:id="rId8"/>
    <p:sldId id="260" r:id="rId9"/>
    <p:sldId id="263" r:id="rId10"/>
    <p:sldId id="261" r:id="rId11"/>
    <p:sldId id="264" r:id="rId12"/>
    <p:sldId id="265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5AED5-66DA-4637-9E53-A91EF8EED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CBFD51-F4C4-1ABE-8941-79E9C299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4DAF42-5065-B97E-74D8-FD476E5E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E30B-BC9C-4A02-BA7D-CC96EA335A52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71D836-B9CE-B166-CF8D-B42EADCA5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FC4FA0-B626-71FC-A458-4D2704A0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BA36F-5D62-4C4C-9A0E-4531B25C1B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707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4499E-6968-D5EA-3E13-99CFDC29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7C3429-BB65-AFCA-CB94-9031D6A64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E42F8B-1338-6D41-A5E1-BAE43D393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E30B-BC9C-4A02-BA7D-CC96EA335A52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14AC61-2727-7438-672F-BF1CF3828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5FB98A-1472-7011-E252-39A4644A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BA36F-5D62-4C4C-9A0E-4531B25C1B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0751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CF662-3E90-9FDB-4173-55D3508DF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DE2233-0DC4-2FB6-E216-FB4177F2F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8A4038-4DCE-1BF0-D6FD-154FB8CBC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E30B-BC9C-4A02-BA7D-CC96EA335A52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FA2630-FECF-C1D5-380B-F32EF761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D26D67-76C0-C9C7-7186-FCF8FF483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BA36F-5D62-4C4C-9A0E-4531B25C1B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378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F5089-03AE-D0E3-ABD0-33BE5121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598006-D648-BB5B-E96A-900B6B7C0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5FD41A-8E8B-68E0-2A0E-3BE63AFB9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879135-9936-A4FD-E569-237D660B0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E30B-BC9C-4A02-BA7D-CC96EA335A52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624C27-3306-A773-9BB7-D7D0C0F2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BB670F-44D2-B215-D88D-6C6111E9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BA36F-5D62-4C4C-9A0E-4531B25C1B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7930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9DBEB-B411-5534-E546-A7BC84447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B0FE5C-A00C-D987-79E6-E8D8A0CB4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BF20C9-4BBC-1A20-2151-EEC91D577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80361F-50DC-B42D-385C-2C9FBB378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2131F4F-7ED5-FCAF-3B4D-E836CC90D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3A3B31A-BBF3-71FE-5608-C49A9B83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E30B-BC9C-4A02-BA7D-CC96EA335A52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0A6C5ED-0C9A-4B2F-595B-525812AA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41A4D63-D1B5-DC55-F95A-59EE4921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BA36F-5D62-4C4C-9A0E-4531B25C1B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366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26800-BBFD-B4C7-9902-23C1B2214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48631E2-A306-8141-5584-FC1114141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E30B-BC9C-4A02-BA7D-CC96EA335A52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28A816-7986-637D-A7D9-A99226E3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450AF0-05B0-CE27-B701-425C256B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BA36F-5D62-4C4C-9A0E-4531B25C1B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024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E84578F-D6A0-7F73-F057-F492051B6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E30B-BC9C-4A02-BA7D-CC96EA335A52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C446290-D74D-6DC2-90FE-F163C9BA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DF6214-E04E-8FDB-6C19-E866ACD9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BA36F-5D62-4C4C-9A0E-4531B25C1B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9895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1E411-D760-068F-1D0B-163029485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424CD9-EAFC-B545-DDFE-30004C66C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5EA781-3F6C-BC3C-7B7C-0C8434438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59DF73-D4C2-66F0-4572-114827FD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E30B-BC9C-4A02-BA7D-CC96EA335A52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1A1383-26BD-1E36-E214-15E45C584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6677DC-5B51-AFB9-86DC-DA7F95BB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BA36F-5D62-4C4C-9A0E-4531B25C1B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3427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6F565-E55F-AD9E-F09B-585FCCFD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DB6982E-6B61-9FBF-A087-803BC8A59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F148F9-0C81-7308-C389-FE56A13A1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DCFE38-63FB-1F9E-46C6-113898F7B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E30B-BC9C-4A02-BA7D-CC96EA335A52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1228F1-9CFD-6C05-8AF4-CAAE97288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81820B-5E77-625B-1BC8-7F972A6B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BA36F-5D62-4C4C-9A0E-4531B25C1B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4864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D3E5E5-105D-7157-11C6-22EBC1D9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099216-BC02-F52A-CA8E-AB7E78E95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1B3AB7-4F29-AC8C-9F6D-1C78649C1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E30B-BC9C-4A02-BA7D-CC96EA335A52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2B3673-5213-4344-CFE7-49940E69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BE27EE-D53B-4B6E-A36E-DE662FCD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BA36F-5D62-4C4C-9A0E-4531B25C1B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5094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9BB57C-183D-C173-7149-CD06BE6AD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0B0C0E-60E4-8AD6-5197-F02D291FB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02C681-9868-DA15-386B-12F0E5E30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E30B-BC9C-4A02-BA7D-CC96EA335A52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4454D7-8A13-C9C5-98EA-932596454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FD4197-E9BE-9809-D98C-143FD3D7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BA36F-5D62-4C4C-9A0E-4531B25C1B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976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B7DF435-ED1D-CCCD-7269-EC8511561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CEA3AB-44AB-5FBA-E8BE-B6AB83A51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B8C88C-1A1B-5CA6-C0F1-999ECADA4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01E30B-BC9C-4A02-BA7D-CC96EA335A52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54E346-B22A-5768-002A-BA50270EE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3F115B-7369-0279-B330-933B948F9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BA36F-5D62-4C4C-9A0E-4531B25C1B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1512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18515E4-F784-B8F4-FC78-4457C1D16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57" y="952154"/>
            <a:ext cx="8859486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2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90268-ED61-FB62-CB5B-B9D93366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0CD269C-2090-2EAC-FC6B-0DE96FB08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928338"/>
            <a:ext cx="8954750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4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9971F-078D-2134-670A-B623F6FA7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9731FAD-6361-A038-07CC-6CB1B1CB6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125" y="975970"/>
            <a:ext cx="8773749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209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E6F53-11EF-9023-A96B-8C87B9F1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B61852E-33AC-BD10-060E-AA480A123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30" y="956917"/>
            <a:ext cx="8878539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47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7CDA8-4490-852F-689F-847BD5AD1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370045-8E90-FF21-2844-7C1B7937E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41" y="985496"/>
            <a:ext cx="8907118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2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57B4-3B36-28AE-9FB1-6EA341EAF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2B2044-A987-78C5-45A3-B8ABBE4FD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62" y="904522"/>
            <a:ext cx="8964276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85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6EA21-7C7C-D013-5086-F8617C75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F222442-3476-AD72-24C2-BF39AED45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918812"/>
            <a:ext cx="8916644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69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F6480-698E-4A03-241B-1B417C56F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B45610-2EE9-0EAA-7C6C-0D8EA947F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3" y="933101"/>
            <a:ext cx="8869013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77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17E19-E0B4-424B-9C54-796B95EC8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8D5B675-0492-3F5E-69A8-FACCB7B00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918812"/>
            <a:ext cx="8916644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884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B2C0F-9B34-556D-B9D0-8304F05D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446800-9469-814F-2A70-67C1B1336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62" y="918812"/>
            <a:ext cx="8964276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77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EF95-1265-DCB7-C662-6DA3E4714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738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E5155-8607-427E-21B6-2400D2CB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0389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AC5DFE7FDDFB4FB53766E11FEE8515" ma:contentTypeVersion="12" ma:contentTypeDescription="Crear nuevo documento." ma:contentTypeScope="" ma:versionID="7adaf6dca21a3bc9bdbb750d94d45b1e">
  <xsd:schema xmlns:xsd="http://www.w3.org/2001/XMLSchema" xmlns:xs="http://www.w3.org/2001/XMLSchema" xmlns:p="http://schemas.microsoft.com/office/2006/metadata/properties" xmlns:ns2="d414ae9c-66aa-40c6-b981-51e726ca9160" xmlns:ns3="2287dbe9-770c-4057-8aea-7cd22e9e8b1a" targetNamespace="http://schemas.microsoft.com/office/2006/metadata/properties" ma:root="true" ma:fieldsID="75c16b989d69dfb9c3393ced938a7825" ns2:_="" ns3:_="">
    <xsd:import namespace="d414ae9c-66aa-40c6-b981-51e726ca9160"/>
    <xsd:import namespace="2287dbe9-770c-4057-8aea-7cd22e9e8b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14ae9c-66aa-40c6-b981-51e726ca91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e05a7f52-1bfe-47ba-88d3-9fbad0be2e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7dbe9-770c-4057-8aea-7cd22e9e8b1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3affec8-3c2c-452e-9041-f49889e9f1f5}" ma:internalName="TaxCatchAll" ma:showField="CatchAllData" ma:web="2287dbe9-770c-4057-8aea-7cd22e9e8b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414ae9c-66aa-40c6-b981-51e726ca9160">
      <Terms xmlns="http://schemas.microsoft.com/office/infopath/2007/PartnerControls"/>
    </lcf76f155ced4ddcb4097134ff3c332f>
    <TaxCatchAll xmlns="2287dbe9-770c-4057-8aea-7cd22e9e8b1a" xsi:nil="true"/>
  </documentManagement>
</p:properties>
</file>

<file path=customXml/itemProps1.xml><?xml version="1.0" encoding="utf-8"?>
<ds:datastoreItem xmlns:ds="http://schemas.openxmlformats.org/officeDocument/2006/customXml" ds:itemID="{4DC62964-68C4-424B-B04A-9185954B3C89}"/>
</file>

<file path=customXml/itemProps2.xml><?xml version="1.0" encoding="utf-8"?>
<ds:datastoreItem xmlns:ds="http://schemas.openxmlformats.org/officeDocument/2006/customXml" ds:itemID="{F3F27AB1-3902-412B-8BCD-A09AB856F30C}"/>
</file>

<file path=customXml/itemProps3.xml><?xml version="1.0" encoding="utf-8"?>
<ds:datastoreItem xmlns:ds="http://schemas.openxmlformats.org/officeDocument/2006/customXml" ds:itemID="{5EB48D03-34D8-44D5-B1A8-C835CA398BFA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Panorámica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Revisora</dc:creator>
  <cp:lastModifiedBy>Revisora</cp:lastModifiedBy>
  <cp:revision>1</cp:revision>
  <dcterms:created xsi:type="dcterms:W3CDTF">2026-06-01T21:01:20Z</dcterms:created>
  <dcterms:modified xsi:type="dcterms:W3CDTF">2026-06-01T21:08:40Z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0x01010096AC5DFE7FDDFB4FB53766E11FEE8515</vt:lpwstr>
  </property>
</Properties>
</file>